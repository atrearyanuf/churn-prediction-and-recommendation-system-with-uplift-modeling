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2408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and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Uplift Modeling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Mid-Project Review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Atre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atrearyan@ufl.edu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CAI6826 - Spring 2026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Florida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is costly for telecom/Ecommerce companies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models only predict 'who will churn' but not 'what intervention works'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personalized, data-driven retention strategies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high-accuracy churn prediction model (Target: AUC ≥ 0.85)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uplift modeling to estimate intervention effectiveness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personalized retention recommendations for at-risk customers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explainable predictions using SHAP analysis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10,247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560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8328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256032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2057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Composition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320040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PC1-PC160: 160 numeric principal components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FACTOR1-FACTOR18: 18 categorical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column (t): Binary intervention flag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column (y): Binary churn indicator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Process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Logistic Regression (AUC: 0.72)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1: Random Forest (AUC: 0.821)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2: XGBoost optimized (AUC: 0.8386) 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5-fold cross-validation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88720"/>
          <a:ext cx="4114800" cy="1493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(Best)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017520"/>
            <a:ext cx="7955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Cross-validation: Mean AUC = 0.863 ± 0.003 (highly consistent performance)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achieved 0.8386 AUC - only 1.4% from target of 0.85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affected by severe class imbalance (4.45% churn rate) - expected behavior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optimization: learning rate, max depth, subsample ratio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user-data/uploads/177336202954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64008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models demonstrate strong discriminative ability with AUC &gt; 0.81, confirming robust churn prediction.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- XGBoost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user-data/uploads/177336201440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280160"/>
            <a:ext cx="54864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True Negative rate (2,296) demonstrates excellent identification of customers who will stay.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Modeling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371600"/>
          <a:ext cx="6400800" cy="109728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Qini Coefficient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Uplift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T-Learner (Best)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S-Learner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320040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identified customers who respond positively to interventions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Qini = 0.142 &gt; 0.1 threshold ✓ (Target achieved!)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T-Learner outperforms S-Learner for heterogeneous treatment effects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personalized recommendations for 2,049 customers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Curves: T-Learner vs S-Learner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user-data/uploads/177336204314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22960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significantly outperform random targeting. The blue area shows positive uplift achieved.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828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encoding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788920"/>
            <a:ext cx="36576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651760" y="2103120"/>
            <a:ext cx="1828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606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XGBoost, LightGBM,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2788920"/>
            <a:ext cx="36576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846320" y="2103120"/>
            <a:ext cx="1828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Modeling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2606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T-Learner, S-Learner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(CausalML)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788920"/>
            <a:ext cx="36576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8096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809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7040880" y="2103120"/>
            <a:ext cx="18288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04088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26060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customer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Python, XGBoost, LightGBM, scikit-learn, CausalML (Uber), SHAP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Dashboard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user-data/uploads/177336190444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859536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translating ML predictions into executive-level ROI analysis with real-time calculations.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from Original Proposal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Change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Generic churn datasets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Orange Belgium dataset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Built-in treatment variable enables direct uplift modeling validation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Components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cross-validation (5-fold stratified)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uplift models (T-Learner &amp; S-Learner)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uplift visualization functions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business dashboard for ROI analysis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508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(4.45% churn)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splits, optimal threshold tuning, focus on AUC over 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2606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CausalML library compatibility issues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metric calculations, custom uplift curves, flattened array handling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37033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 for uplift models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LabelEncoder for FACTOR features before model training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to Completion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Visualizations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Segmentation Analysis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Report (15-20 pages)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8-10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Slides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4-6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Documentation &amp; Cleanup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2-3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474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EDA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192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Modeling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017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&amp; Visualization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82880" cy="18288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Completion: End of March 2026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5603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37160" cy="20116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0.8386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AUC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1.4% from target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25603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1645920"/>
            <a:ext cx="137160" cy="20116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6616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Qini Coefficient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 0.1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2560320" cy="20116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  <a:effectLst>
            <a:outerShdw blurRad="76200" dist="25400" dir="162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1645920"/>
            <a:ext cx="137160" cy="20116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1920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9224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intervention types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Atre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atrearyan@ufl.edu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github.com/atrearyanuf/Churn-Prediction-and-Recommendation-System-with-Uplift-Modeling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692</Words>
  <Application>Microsoft Macintosh PowerPoint</Application>
  <PresentationFormat>On-screen Show (16:9)</PresentationFormat>
  <Paragraphs>198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 Prediction &amp; Uplift Modeling - Mid Project Review</dc:title>
  <dc:subject>PptxGenJS Presentation</dc:subject>
  <dc:creator>Aryan Atre</dc:creator>
  <cp:lastModifiedBy>Atre, Aryan R.</cp:lastModifiedBy>
  <cp:revision>3</cp:revision>
  <dcterms:created xsi:type="dcterms:W3CDTF">2026-03-13T00:43:41Z</dcterms:created>
  <dcterms:modified xsi:type="dcterms:W3CDTF">2026-03-13T15:33:11Z</dcterms:modified>
</cp:coreProperties>
</file>