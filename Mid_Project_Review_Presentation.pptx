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59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and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Uplift Modeling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Mid-Project Review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Atre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atrearayn@ufl.edu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6826 - Spring 2026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Florida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is costly for telecom companies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models only predict 'who will churn' but not 'what intervention works'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personalized, data-driven retention strategies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high-accuracy churn prediction model (Target: AUC ≥ 0.85)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uplift modeling to estimate intervention effectiveness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personalized retention recommendations for at-risk customers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explainable predictions using SHAP analysis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10,247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560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8328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8328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2560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0936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Composition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PC1-PC160: 160 numeric principal components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FACTOR1-FACTOR18: 18 categorical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column (t): Binary intervention flag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column (y): Binary churn indicator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6459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(Best)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374904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Cross-validation: Mean AUC = 0.863 ± 0.003 (highly consistent)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achieved 0.8386 AUC (1.4% from target of 0.85)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affected by severe class imbalance (4.45% churn rate) - NORMAL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Modeling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109728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Qini Coefficient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Uplift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T-Learner (Best)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S-Learner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800" dirty="0"/>
          </a:p>
        </p:txBody>
      </p:sp>
      <p:sp>
        <p:nvSpPr>
          <p:cNvPr id="4" name="Text 3"/>
          <p:cNvSpPr/>
          <p:nvPr/>
        </p:nvSpPr>
        <p:spPr>
          <a:xfrm>
            <a:off x="731520" y="320040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identified customers who respond positively to interventions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Qini = 0.142 &gt; 0.1 threshold ✓ (Target achieved!)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T-Learner outperforms S-Learner for heterogeneous treatment effects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personalized recommendations for 2,049 customers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828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encoding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788920"/>
            <a:ext cx="36576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651760" y="2103120"/>
            <a:ext cx="1828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5176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606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788920"/>
            <a:ext cx="36576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846320" y="2103120"/>
            <a:ext cx="1828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4632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Modeling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606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T-Learner, S-Learner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(CausalML)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788920"/>
            <a:ext cx="36576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8096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6809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040880" y="2103120"/>
            <a:ext cx="1828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04088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2606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customer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Python, XGBoost, LightGBM, scikit-learn, CausalML (Uber), SHAP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from Original Proposal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Change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Generic churn datasets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Orange Belgium dataset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Built-in treatment variable enables direct uplift modeling validation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Components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cross-validation (5-fold stratified)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uplift models (T-Learner &amp; S-Learner)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uplift visualization functions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Go-based server for deployment demo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508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(4.45% churn)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828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splits, optimal threshold tuning, focus on AUC over 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2606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CausalML library compatibility issues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metric calculations, custom uplift curves, flattened array handling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3703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 for uplift models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4023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LabelEncoder for FACTOR features before model training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to Completion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2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Visualizations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Segmentation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Report (15-20 pages)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8-10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Slides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Documentation &amp; Cleanup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EDA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Modeling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&amp; Visualization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Completion: End of March 2026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5603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37160" cy="20116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AUC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 from target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25603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83280" y="1645920"/>
            <a:ext cx="137160" cy="20116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6616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6616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Qini Coefficient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0.1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25603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309360" y="1645920"/>
            <a:ext cx="137160" cy="20116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9224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2,049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9224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intervention types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Atre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atrearayn@ufl.edu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github.com/atrearyanuf/Churn-Prediction-and-Recommendation-System-with-Uplift-Modeling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</TotalTime>
  <Words>559</Words>
  <Application>Microsoft Office PowerPoint</Application>
  <PresentationFormat>On-screen Show (16:9)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 Prediction &amp; Uplift Modeling - Mid Project Review</dc:title>
  <dc:subject>PptxGenJS Presentation</dc:subject>
  <dc:creator>Aryan Atre</dc:creator>
  <cp:lastModifiedBy>Atre, Aryan R.</cp:lastModifiedBy>
  <cp:revision>2</cp:revision>
  <dcterms:created xsi:type="dcterms:W3CDTF">2026-03-11T01:09:25Z</dcterms:created>
  <dcterms:modified xsi:type="dcterms:W3CDTF">2026-03-12T01:54:39Z</dcterms:modified>
</cp:coreProperties>
</file>